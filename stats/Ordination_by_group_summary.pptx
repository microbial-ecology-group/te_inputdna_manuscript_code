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0" r:id="rId7"/>
    <p:sldId id="259" r:id="rId8"/>
    <p:sldId id="256" r:id="rId9"/>
    <p:sldId id="257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B5EDA-F5F1-7584-C795-0B742ABAE3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617664-EF38-C0B9-5280-A8185F751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BD243-79DD-BB8F-ED89-FC1969254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F945-EE43-46A1-BD93-9D6F919484D9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794E7-0C1F-5AA3-CF49-918B2BC88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BDC4F-4341-3647-2552-AB9964985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49AE-F684-4E05-A1D4-7F0E0518A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71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E7573-3779-ECD7-D3F9-CA87C67BD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86428-0E14-91DF-D416-95D7CBF28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B28A3-0E81-E1F5-0D78-26DF3B002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F945-EE43-46A1-BD93-9D6F919484D9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069F0-AFDE-7EDA-AD46-DF071C08E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FAA6B-24C5-346F-E992-AA77A9E29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49AE-F684-4E05-A1D4-7F0E0518A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231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D808C-06FC-772C-7574-4A0D41679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36767-71FB-A42E-7A84-1C14955A7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39D27-042E-57F6-A83D-663911419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F945-EE43-46A1-BD93-9D6F919484D9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76090-FC22-FF27-4951-660073351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AB676-65FB-8E9D-9036-23805600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49AE-F684-4E05-A1D4-7F0E0518A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334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9861E-8A0E-A618-8C7E-25A98CE06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F9B6F-BCFA-CF34-CAC9-CEE0F95DD0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7A8F0F-53A2-5911-3D4B-DFBAB181E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5962D-0036-8355-863D-D31F85221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F945-EE43-46A1-BD93-9D6F919484D9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86454-6EDB-57FC-D8B0-72D7B4643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2804F-BDA8-9124-7CFE-BD85FD9D4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49AE-F684-4E05-A1D4-7F0E0518A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163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E8005-6415-168F-55A9-6443E5F37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37564-4C2A-A3AA-667F-281CE1FB8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438DF0-4188-D153-C460-609514F5B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E9915F-E718-1B55-0911-A4C44737AB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C82C66-731B-DC63-0F76-F8F315886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E419C7-9BE5-BA66-CC67-1BA659C70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F945-EE43-46A1-BD93-9D6F919484D9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70A44E-9AFB-9185-ABB2-6AB5FE083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088CCF-64B7-A76E-64AE-E2CDD60B2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49AE-F684-4E05-A1D4-7F0E0518A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749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A92CB-F47F-4264-5D01-F928F81E8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E8270D-E37B-D378-9683-F64E2099C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F945-EE43-46A1-BD93-9D6F919484D9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9BC629-1657-D150-AAE0-99F915C75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F5843E-48F1-2009-DBA6-E2A4C90E4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49AE-F684-4E05-A1D4-7F0E0518A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507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907CA5-8A3B-15C0-92F0-6B9923A71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F945-EE43-46A1-BD93-9D6F919484D9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0A19A5-DE36-1F4B-0361-02777620A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78FC8-61CE-1861-4268-92547A6DF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49AE-F684-4E05-A1D4-7F0E0518A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386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6441A-AA92-6A3D-F230-EF0BC5237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EAFAF-5388-AECE-404D-77FB643A3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DFA8D-1B8C-DEC7-A4B0-54535E6A10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89A8-4E82-E5BD-C042-14F5CCEB4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F945-EE43-46A1-BD93-9D6F919484D9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D5B16-4A20-1198-1912-5FD714787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432D83-801F-79D3-49CE-7F7983B75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49AE-F684-4E05-A1D4-7F0E0518A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04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874C5-5F83-6AD2-300D-79E342279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5B6A2F-EC55-65E6-F3C0-3A4DF8D14E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3FD37-4B6E-8014-7BF8-E4DB10019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AFFD2F-F4BF-EFB1-36C3-B7B35FE0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F945-EE43-46A1-BD93-9D6F919484D9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74E675-CA57-15F8-38C8-212AE2F0E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9FBF2B-A46B-027D-C276-E8E0A5106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49AE-F684-4E05-A1D4-7F0E0518A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77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5576D-116C-1FA0-FEFB-EC7EBD422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92E561-FBF3-24A2-7746-135A22F34C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4C9B9-54F7-4000-4EC3-3B4FD2B4B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F945-EE43-46A1-BD93-9D6F919484D9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1E50D-39EB-A804-F8F6-EDC813228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C7149-861F-0F34-BFE2-D528E4E9E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49AE-F684-4E05-A1D4-7F0E0518A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373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FE6B52-5867-1BE3-A37C-4641244F51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255713-101F-2004-35A1-C6501042F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BAEBF-F526-D7D0-89C2-BF7A81AB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F945-EE43-46A1-BD93-9D6F919484D9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162C9-7245-8457-874D-7E734768B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01F24-DC61-2B9A-4B97-4DEDDDEE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49AE-F684-4E05-A1D4-7F0E0518A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564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954C24-2628-58BB-719E-4943B76E0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A538D-801B-5661-9AA0-5FD360DDF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4A69F-A9A7-B7E6-036A-33AD523D31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7F945-EE43-46A1-BD93-9D6F919484D9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83713-DE42-345B-B0CE-DABAA837B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5E02A-BFA0-8813-CD3D-6A4E6052CB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0C49AE-F684-4E05-A1D4-7F0E0518A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75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15ABE-03F7-1A0C-7133-280B91A1F9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47DC4B-A114-39FB-867D-53E9A4D49D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FACA09-E738-7B95-6120-6120AA355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047" y="0"/>
            <a:ext cx="104799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930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BE75B-926A-810A-B01C-BEBE6063C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BCD1E-9D5D-17E1-9151-427D9CDA4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31617F-C752-E0D1-82CB-E02FCB011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047" y="0"/>
            <a:ext cx="104799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44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9DE35-8DA1-6B8E-6FD2-C3645BA82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D0D25-2CFA-F39D-21E9-3E661E4C0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4D5AB5-C487-9C36-D27A-1987127A2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047" y="0"/>
            <a:ext cx="104799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003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E1BD5-F724-88C5-546E-BC867EA6D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C0061-9109-5915-7911-53A8A98BE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56E35F-0651-12FA-2015-585C652AC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047" y="0"/>
            <a:ext cx="104799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943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BBD93-B32F-EB9E-4D4A-8814C7249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4F27A-0B22-7351-6791-A9AF1EC4B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A8790F-F1F6-342C-39FF-A3A15A78E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047" y="0"/>
            <a:ext cx="104799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373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F164E-8AAA-9AD0-CBA3-BA49ED33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0A8B6-3ED0-7F20-7663-D72B34753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BE3957-2822-13FE-7DB2-453A000E4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047" y="0"/>
            <a:ext cx="104799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024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FD02-7188-6772-1502-3AF73F834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1383E-91FD-3C4E-2130-A0A57BC67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C75BF-307E-B4BB-E036-027F709DB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438" y="462922"/>
            <a:ext cx="9439194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452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5E254-F258-D1D5-C46F-2ACF948294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5702F0-A904-A106-70A0-108537CA7D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6FF056-9B5D-6B51-91E9-F54D4ADEE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025"/>
            <a:ext cx="12192000" cy="645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444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E4627-80AE-299A-7CB4-992FF832B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C9295-7812-8B18-B8BB-D61D54CAD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C59670-00F7-FCB7-6CDB-960D42F7D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025"/>
            <a:ext cx="12192000" cy="645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594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D6869-F4ED-D350-EE19-8CB6F4CDC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8701C-1715-707C-B6C9-A1E89C72D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56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enrique doster</dc:creator>
  <cp:lastModifiedBy>enrique doster</cp:lastModifiedBy>
  <cp:revision>2</cp:revision>
  <dcterms:created xsi:type="dcterms:W3CDTF">2023-07-20T17:18:57Z</dcterms:created>
  <dcterms:modified xsi:type="dcterms:W3CDTF">2023-07-20T21:43:16Z</dcterms:modified>
</cp:coreProperties>
</file>